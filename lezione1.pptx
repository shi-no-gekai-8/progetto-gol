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9"/>
  </p:notesMasterIdLst>
  <p:sldIdLst>
    <p:sldId id="270" r:id="rId3"/>
    <p:sldId id="293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94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08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62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448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46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312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797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24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924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6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296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437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4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1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8477436" y="273051"/>
            <a:ext cx="1768351" cy="1768351"/>
          </a:xfrm>
          <a:custGeom>
            <a:avLst/>
            <a:gdLst/>
            <a:ahLst/>
            <a:cxnLst/>
            <a:rect l="l" t="t" r="r" b="b"/>
            <a:pathLst>
              <a:path w="2652527" h="2652527">
                <a:moveTo>
                  <a:pt x="0" y="0"/>
                </a:moveTo>
                <a:lnTo>
                  <a:pt x="2652527" y="0"/>
                </a:lnTo>
                <a:lnTo>
                  <a:pt x="2652527" y="2652527"/>
                </a:lnTo>
                <a:lnTo>
                  <a:pt x="0" y="26525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-424608" y="3987443"/>
            <a:ext cx="4816351" cy="4735451"/>
          </a:xfrm>
          <a:custGeom>
            <a:avLst/>
            <a:gdLst/>
            <a:ahLst/>
            <a:cxnLst/>
            <a:rect l="l" t="t" r="r" b="b"/>
            <a:pathLst>
              <a:path w="7224527" h="7103176">
                <a:moveTo>
                  <a:pt x="0" y="0"/>
                </a:moveTo>
                <a:lnTo>
                  <a:pt x="7224528" y="0"/>
                </a:lnTo>
                <a:lnTo>
                  <a:pt x="7224528" y="7103176"/>
                </a:lnTo>
                <a:lnTo>
                  <a:pt x="0" y="71031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058" t="-2409" b="-2409"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-1839463" y="-1674635"/>
            <a:ext cx="5173213" cy="4271901"/>
          </a:xfrm>
          <a:custGeom>
            <a:avLst/>
            <a:gdLst/>
            <a:ahLst/>
            <a:cxnLst/>
            <a:rect l="l" t="t" r="r" b="b"/>
            <a:pathLst>
              <a:path w="7759819" h="6407851">
                <a:moveTo>
                  <a:pt x="0" y="0"/>
                </a:moveTo>
                <a:lnTo>
                  <a:pt x="7759819" y="0"/>
                </a:lnTo>
                <a:lnTo>
                  <a:pt x="7759819" y="6407851"/>
                </a:lnTo>
                <a:lnTo>
                  <a:pt x="0" y="640785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549" b="-10549"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8858250" y="3590516"/>
            <a:ext cx="3492377" cy="3492377"/>
          </a:xfrm>
          <a:custGeom>
            <a:avLst/>
            <a:gdLst/>
            <a:ahLst/>
            <a:cxnLst/>
            <a:rect l="l" t="t" r="r" b="b"/>
            <a:pathLst>
              <a:path w="5238565" h="5238565">
                <a:moveTo>
                  <a:pt x="0" y="0"/>
                </a:moveTo>
                <a:lnTo>
                  <a:pt x="5238565" y="0"/>
                </a:lnTo>
                <a:lnTo>
                  <a:pt x="5238565" y="5238565"/>
                </a:lnTo>
                <a:lnTo>
                  <a:pt x="0" y="52385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8296337" y="5231341"/>
            <a:ext cx="1123827" cy="1123827"/>
          </a:xfrm>
          <a:custGeom>
            <a:avLst/>
            <a:gdLst/>
            <a:ahLst/>
            <a:cxnLst/>
            <a:rect l="l" t="t" r="r" b="b"/>
            <a:pathLst>
              <a:path w="1685740" h="1685740">
                <a:moveTo>
                  <a:pt x="0" y="0"/>
                </a:moveTo>
                <a:lnTo>
                  <a:pt x="1685740" y="0"/>
                </a:lnTo>
                <a:lnTo>
                  <a:pt x="1685740" y="1685740"/>
                </a:lnTo>
                <a:lnTo>
                  <a:pt x="0" y="16857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092826" y="3166110"/>
            <a:ext cx="6350" cy="41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-3174" y="4134288"/>
            <a:ext cx="12192000" cy="349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/>
                <a:ea typeface="Inter Bold"/>
                <a:cs typeface="Inter Bold"/>
              </a:rPr>
              <a:t>CORSO DI MOBILE PROGRAMMING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0" y="6057900"/>
            <a:ext cx="12192000" cy="107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87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/>
                <a:ea typeface="Inter"/>
                <a:cs typeface="Inter"/>
                <a:sym typeface="Inter"/>
              </a:rPr>
              <a:t>Virvelle</a:t>
            </a: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/>
                <a:ea typeface="Inter"/>
                <a:cs typeface="Inter"/>
                <a:sym typeface="Inter"/>
              </a:rPr>
              <a:t> </a:t>
            </a:r>
            <a:r>
              <a:rPr kumimoji="0" lang="en-US" sz="7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/>
                <a:ea typeface="Inter"/>
                <a:cs typeface="Inter"/>
                <a:sym typeface="Inter"/>
              </a:rPr>
              <a:t>S.r.l.</a:t>
            </a: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/>
                <a:ea typeface="Inter"/>
                <a:cs typeface="Inter"/>
                <a:sym typeface="Inter"/>
              </a:rPr>
              <a:t> – Società Benefit 2025. All rights reserved. Confidential and proprietary</a:t>
            </a:r>
          </a:p>
        </p:txBody>
      </p:sp>
      <p:sp>
        <p:nvSpPr>
          <p:cNvPr id="11" name="Freeform 11"/>
          <p:cNvSpPr/>
          <p:nvPr/>
        </p:nvSpPr>
        <p:spPr>
          <a:xfrm>
            <a:off x="3333750" y="2611154"/>
            <a:ext cx="5524500" cy="1345969"/>
          </a:xfrm>
          <a:custGeom>
            <a:avLst/>
            <a:gdLst/>
            <a:ahLst/>
            <a:cxnLst/>
            <a:rect l="l" t="t" r="r" b="b"/>
            <a:pathLst>
              <a:path w="8286750" h="2018954">
                <a:moveTo>
                  <a:pt x="0" y="0"/>
                </a:moveTo>
                <a:lnTo>
                  <a:pt x="8286750" y="0"/>
                </a:lnTo>
                <a:lnTo>
                  <a:pt x="8286750" y="2018953"/>
                </a:lnTo>
                <a:lnTo>
                  <a:pt x="0" y="20189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D384CB68-9051-8446-EAA1-BF71C3EB85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22" y="6162759"/>
            <a:ext cx="8356281" cy="727091"/>
          </a:xfrm>
          <a:prstGeom prst="rect">
            <a:avLst/>
          </a:prstGeom>
        </p:spPr>
      </p:pic>
      <p:sp>
        <p:nvSpPr>
          <p:cNvPr id="12" name="TextBox 9">
            <a:extLst>
              <a:ext uri="{FF2B5EF4-FFF2-40B4-BE49-F238E27FC236}">
                <a16:creationId xmlns:a16="http://schemas.microsoft.com/office/drawing/2014/main" id="{E6A88552-F1E4-32C7-102E-334A7D6EE115}"/>
              </a:ext>
            </a:extLst>
          </p:cNvPr>
          <p:cNvSpPr txBox="1"/>
          <p:nvPr/>
        </p:nvSpPr>
        <p:spPr>
          <a:xfrm>
            <a:off x="5119425" y="4609302"/>
            <a:ext cx="1959502" cy="3198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Bold"/>
                <a:ea typeface="Inter Bold"/>
                <a:cs typeface="Inter Bold"/>
              </a:rPr>
              <a:t>PROGRAMMA GOL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685800" y="480281"/>
            <a:ext cx="924535" cy="225250"/>
          </a:xfrm>
          <a:custGeom>
            <a:avLst/>
            <a:gdLst/>
            <a:ahLst/>
            <a:cxnLst/>
            <a:rect l="l" t="t" r="r" b="b"/>
            <a:pathLst>
              <a:path w="1386802" h="337875">
                <a:moveTo>
                  <a:pt x="0" y="0"/>
                </a:moveTo>
                <a:lnTo>
                  <a:pt x="1386802" y="0"/>
                </a:lnTo>
                <a:lnTo>
                  <a:pt x="1386802" y="337875"/>
                </a:lnTo>
                <a:lnTo>
                  <a:pt x="0" y="3378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defRPr/>
            </a:pPr>
            <a:endParaRPr lang="it-IT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1760098"/>
            <a:ext cx="9361714" cy="17184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650"/>
              </a:lnSpc>
              <a:defRPr/>
            </a:pPr>
            <a:r>
              <a:rPr lang="en-US" sz="6333" b="1" spc="-3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Introduzione</a:t>
            </a:r>
            <a:r>
              <a:rPr lang="en-US" sz="6333" b="1" spc="-3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alla </a:t>
            </a:r>
            <a:r>
              <a:rPr lang="en-US" sz="6333" b="1" spc="-3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piattaforma</a:t>
            </a:r>
            <a:r>
              <a:rPr lang="en-US" sz="6333" b="1" spc="-3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Android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" y="1320377"/>
            <a:ext cx="174873" cy="1522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07"/>
              </a:lnSpc>
              <a:defRPr/>
            </a:pPr>
            <a:r>
              <a:rPr lang="en-US" sz="933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01.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3A0ECB52-26B7-592C-29E6-26C85AA5D3C2}"/>
              </a:ext>
            </a:extLst>
          </p:cNvPr>
          <p:cNvSpPr txBox="1"/>
          <p:nvPr/>
        </p:nvSpPr>
        <p:spPr>
          <a:xfrm>
            <a:off x="685800" y="5537623"/>
            <a:ext cx="4942840" cy="702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6650"/>
              </a:lnSpc>
              <a:defRPr/>
            </a:pPr>
            <a:r>
              <a:rPr lang="en-US" sz="2000" b="1" i="1" spc="-3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Dott. Alfonso Zappia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F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477436" y="273051"/>
            <a:ext cx="1768351" cy="1768351"/>
          </a:xfrm>
          <a:custGeom>
            <a:avLst/>
            <a:gdLst/>
            <a:ahLst/>
            <a:cxnLst/>
            <a:rect l="l" t="t" r="r" b="b"/>
            <a:pathLst>
              <a:path w="2652527" h="2652527">
                <a:moveTo>
                  <a:pt x="0" y="0"/>
                </a:moveTo>
                <a:lnTo>
                  <a:pt x="2652527" y="0"/>
                </a:lnTo>
                <a:lnTo>
                  <a:pt x="2652527" y="2652527"/>
                </a:lnTo>
                <a:lnTo>
                  <a:pt x="0" y="26525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pPr defTabSz="609630"/>
            <a:endParaRPr lang="it-IT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-152524" y="3987443"/>
            <a:ext cx="4816351" cy="4735451"/>
          </a:xfrm>
          <a:custGeom>
            <a:avLst/>
            <a:gdLst/>
            <a:ahLst/>
            <a:cxnLst/>
            <a:rect l="l" t="t" r="r" b="b"/>
            <a:pathLst>
              <a:path w="7224527" h="7103176">
                <a:moveTo>
                  <a:pt x="0" y="0"/>
                </a:moveTo>
                <a:lnTo>
                  <a:pt x="7224527" y="0"/>
                </a:lnTo>
                <a:lnTo>
                  <a:pt x="7224527" y="7103176"/>
                </a:lnTo>
                <a:lnTo>
                  <a:pt x="0" y="71031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58" t="-2409" b="-2409"/>
            </a:stretch>
          </a:blipFill>
        </p:spPr>
        <p:txBody>
          <a:bodyPr/>
          <a:lstStyle/>
          <a:p>
            <a:pPr defTabSz="609630"/>
            <a:endParaRPr lang="it-IT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-1839463" y="-1674635"/>
            <a:ext cx="5173213" cy="4271901"/>
          </a:xfrm>
          <a:custGeom>
            <a:avLst/>
            <a:gdLst/>
            <a:ahLst/>
            <a:cxnLst/>
            <a:rect l="l" t="t" r="r" b="b"/>
            <a:pathLst>
              <a:path w="7759819" h="6407851">
                <a:moveTo>
                  <a:pt x="0" y="0"/>
                </a:moveTo>
                <a:lnTo>
                  <a:pt x="7759819" y="0"/>
                </a:lnTo>
                <a:lnTo>
                  <a:pt x="7759819" y="6407851"/>
                </a:lnTo>
                <a:lnTo>
                  <a:pt x="0" y="64078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0549" b="-10549"/>
            </a:stretch>
          </a:blipFill>
        </p:spPr>
        <p:txBody>
          <a:bodyPr/>
          <a:lstStyle/>
          <a:p>
            <a:pPr defTabSz="609630"/>
            <a:endParaRPr lang="it-IT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8648824" y="3581400"/>
            <a:ext cx="3492377" cy="3492377"/>
          </a:xfrm>
          <a:custGeom>
            <a:avLst/>
            <a:gdLst/>
            <a:ahLst/>
            <a:cxnLst/>
            <a:rect l="l" t="t" r="r" b="b"/>
            <a:pathLst>
              <a:path w="5238565" h="5238565">
                <a:moveTo>
                  <a:pt x="0" y="0"/>
                </a:moveTo>
                <a:lnTo>
                  <a:pt x="5238565" y="0"/>
                </a:lnTo>
                <a:lnTo>
                  <a:pt x="5238565" y="5238565"/>
                </a:lnTo>
                <a:lnTo>
                  <a:pt x="0" y="52385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defTabSz="609630"/>
            <a:endParaRPr lang="it-IT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8145524" y="5231341"/>
            <a:ext cx="1123827" cy="1123827"/>
          </a:xfrm>
          <a:custGeom>
            <a:avLst/>
            <a:gdLst/>
            <a:ahLst/>
            <a:cxnLst/>
            <a:rect l="l" t="t" r="r" b="b"/>
            <a:pathLst>
              <a:path w="1685740" h="1685740">
                <a:moveTo>
                  <a:pt x="0" y="0"/>
                </a:moveTo>
                <a:lnTo>
                  <a:pt x="1685740" y="0"/>
                </a:lnTo>
                <a:lnTo>
                  <a:pt x="1685740" y="1685740"/>
                </a:lnTo>
                <a:lnTo>
                  <a:pt x="0" y="16857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pPr defTabSz="609630"/>
            <a:endParaRPr lang="it-IT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6092826" y="3166110"/>
            <a:ext cx="6350" cy="41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920"/>
              </a:lnSpc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3333750" y="2521537"/>
            <a:ext cx="5524500" cy="1808200"/>
            <a:chOff x="0" y="0"/>
            <a:chExt cx="11049000" cy="361639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049000" cy="2691938"/>
            </a:xfrm>
            <a:custGeom>
              <a:avLst/>
              <a:gdLst/>
              <a:ahLst/>
              <a:cxnLst/>
              <a:rect l="l" t="t" r="r" b="b"/>
              <a:pathLst>
                <a:path w="11049000" h="2691938">
                  <a:moveTo>
                    <a:pt x="0" y="0"/>
                  </a:moveTo>
                  <a:lnTo>
                    <a:pt x="11049000" y="0"/>
                  </a:lnTo>
                  <a:lnTo>
                    <a:pt x="11049000" y="2691938"/>
                  </a:lnTo>
                  <a:lnTo>
                    <a:pt x="0" y="26919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/>
              <a:endParaRPr lang="it-IT" sz="120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304556" y="3007129"/>
              <a:ext cx="7430492" cy="6092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2613"/>
                </a:lnSpc>
              </a:pPr>
              <a:r>
                <a:rPr lang="en-US" sz="1867" b="1">
                  <a:solidFill>
                    <a:srgbClr val="1E2D56"/>
                  </a:solidFill>
                  <a:latin typeface="Inter Bold"/>
                  <a:ea typeface="Inter Bold"/>
                  <a:cs typeface="Inter Bold"/>
                  <a:sym typeface="Inter Bold"/>
                </a:rPr>
                <a:t>Learn Your Way, Grow With Us.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0" y="6057900"/>
            <a:ext cx="12192000" cy="109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879"/>
              </a:lnSpc>
            </a:pPr>
            <a:r>
              <a:rPr lang="en-US" sz="700" err="1">
                <a:solidFill>
                  <a:srgbClr val="1E2D56"/>
                </a:solidFill>
                <a:latin typeface="Inter"/>
                <a:ea typeface="Inter"/>
                <a:cs typeface="Inter"/>
                <a:sym typeface="Inter"/>
              </a:rPr>
              <a:t>Virvelle</a:t>
            </a:r>
            <a:r>
              <a:rPr lang="en-US" sz="700">
                <a:solidFill>
                  <a:srgbClr val="1E2D5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700" err="1">
                <a:solidFill>
                  <a:srgbClr val="1E2D56"/>
                </a:solidFill>
                <a:latin typeface="Inter"/>
                <a:ea typeface="Inter"/>
                <a:cs typeface="Inter"/>
                <a:sym typeface="Inter"/>
              </a:rPr>
              <a:t>S.r.l.</a:t>
            </a:r>
            <a:r>
              <a:rPr lang="en-US" sz="700">
                <a:solidFill>
                  <a:srgbClr val="1E2D56"/>
                </a:solidFill>
                <a:latin typeface="Inter"/>
                <a:ea typeface="Inter"/>
                <a:cs typeface="Inter"/>
                <a:sym typeface="Inter"/>
              </a:rPr>
              <a:t> – Società Benefit 2025. All rights reserved. Confidential and proprietary</a:t>
            </a:r>
            <a:endParaRPr lang="it-IT" sz="120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</Words>
  <Application>Microsoft Office PowerPoint</Application>
  <PresentationFormat>Widescreen</PresentationFormat>
  <Paragraphs>21</Paragraphs>
  <Slides>16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16</vt:i4>
      </vt:variant>
    </vt:vector>
  </HeadingPairs>
  <TitlesOfParts>
    <vt:vector size="22" baseType="lpstr">
      <vt:lpstr>Arial</vt:lpstr>
      <vt:lpstr>Calibri</vt:lpstr>
      <vt:lpstr>Inter</vt:lpstr>
      <vt:lpstr>Inter Bold</vt:lpstr>
      <vt:lpstr>Office Theme</vt:lpstr>
      <vt:lpstr>1_Office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Progetto GOL</dc:title>
  <dc:subject>PptxGenJS Presentation</dc:subject>
  <dc:creator>Created by Marp</dc:creator>
  <cp:lastModifiedBy>Marco Brescia</cp:lastModifiedBy>
  <cp:revision>2</cp:revision>
  <dcterms:created xsi:type="dcterms:W3CDTF">2026-04-08T07:51:05Z</dcterms:created>
  <dcterms:modified xsi:type="dcterms:W3CDTF">2026-04-08T08:21:38Z</dcterms:modified>
</cp:coreProperties>
</file>